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d1079e6a2046fc" /><Relationship Type="http://schemas.openxmlformats.org/officeDocument/2006/relationships/extended-properties" Target="/docProps/app.xml" Id="Rff34f706d7ac4cf3" /><Relationship Type="http://schemas.openxmlformats.org/officeDocument/2006/relationships/officeDocument" Target="/ppt/presentation.xml" Id="R5686d3dbd02940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d2e0003214305"/>
  </p:sldMasterIdLst>
  <p:notesMasterIdLst>
    <p:notesMasterId xmlns:r="http://schemas.openxmlformats.org/officeDocument/2006/relationships" r:id="Rc1bcbc784d5c43a8"/>
  </p:notesMasterIdLst>
  <p:sldIdLst>
    <p:sldId xmlns:r="http://schemas.openxmlformats.org/officeDocument/2006/relationships" id="256" r:id="R7a251520305646cf"/>
    <p:sldId xmlns:r="http://schemas.openxmlformats.org/officeDocument/2006/relationships" id="257" r:id="R447c1fb66d9a4dde"/>
    <p:sldId xmlns:r="http://schemas.openxmlformats.org/officeDocument/2006/relationships" id="258" r:id="R903be7a13d344ed9"/>
    <p:sldId xmlns:r="http://schemas.openxmlformats.org/officeDocument/2006/relationships" id="259" r:id="R87ffb2c2d0004115"/>
    <p:sldId xmlns:r="http://schemas.openxmlformats.org/officeDocument/2006/relationships" id="260" r:id="R6eea81d06f4042b7"/>
    <p:sldId xmlns:r="http://schemas.openxmlformats.org/officeDocument/2006/relationships" id="261" r:id="Rcb96ae30741a4fce"/>
    <p:sldId xmlns:r="http://schemas.openxmlformats.org/officeDocument/2006/relationships" id="262" r:id="Red60199e45844475"/>
    <p:sldId xmlns:r="http://schemas.openxmlformats.org/officeDocument/2006/relationships" id="263" r:id="R2156750177d240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f15baa427a42ed" /><Relationship Type="http://schemas.openxmlformats.org/officeDocument/2006/relationships/slideMaster" Target="/ppt/slideMasters/slideMaster1.xml" Id="R219d2e0003214305" /><Relationship Type="http://schemas.openxmlformats.org/officeDocument/2006/relationships/notesMaster" Target="/ppt/notesMasters/notesMaster1.xml" Id="Rc1bcbc784d5c43a8" /><Relationship Type="http://schemas.openxmlformats.org/officeDocument/2006/relationships/presProps" Target="/ppt/presProps.xml" Id="Rb3fa518849ea4497" /><Relationship Type="http://schemas.openxmlformats.org/officeDocument/2006/relationships/tableStyles" Target="/ppt/tableStyles.xml" Id="Rbc6ff07f0060464f" /><Relationship Type="http://schemas.openxmlformats.org/officeDocument/2006/relationships/slide" Target="/ppt/slides/slide1.xml" Id="R7a251520305646cf" /><Relationship Type="http://schemas.openxmlformats.org/officeDocument/2006/relationships/slide" Target="/ppt/slides/slide2.xml" Id="R447c1fb66d9a4dde" /><Relationship Type="http://schemas.openxmlformats.org/officeDocument/2006/relationships/slide" Target="/ppt/slides/slide3.xml" Id="R903be7a13d344ed9" /><Relationship Type="http://schemas.openxmlformats.org/officeDocument/2006/relationships/slide" Target="/ppt/slides/slide4.xml" Id="R87ffb2c2d0004115" /><Relationship Type="http://schemas.openxmlformats.org/officeDocument/2006/relationships/slide" Target="/ppt/slides/slide5.xml" Id="R6eea81d06f4042b7" /><Relationship Type="http://schemas.openxmlformats.org/officeDocument/2006/relationships/slide" Target="/ppt/slides/slide6.xml" Id="Rcb96ae30741a4fce" /><Relationship Type="http://schemas.openxmlformats.org/officeDocument/2006/relationships/slide" Target="/ppt/slides/slide7.xml" Id="Red60199e45844475" /><Relationship Type="http://schemas.openxmlformats.org/officeDocument/2006/relationships/slide" Target="/ppt/slides/slide8.xml" Id="R2156750177d240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acdc02df7f46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48472947394af6" /><Relationship Type="http://schemas.openxmlformats.org/officeDocument/2006/relationships/notesMaster" Target="/ppt/notesMasters/notesMaster1.xml" Id="Rf3a0d24b710641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da24c170534bff" /><Relationship Type="http://schemas.openxmlformats.org/officeDocument/2006/relationships/notesMaster" Target="/ppt/notesMasters/notesMaster1.xml" Id="R4257deea0bae48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ad19a4f9ab4528" /><Relationship Type="http://schemas.openxmlformats.org/officeDocument/2006/relationships/notesMaster" Target="/ppt/notesMasters/notesMaster1.xml" Id="R15241c28f64441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79fbfb9dee4ed3" /><Relationship Type="http://schemas.openxmlformats.org/officeDocument/2006/relationships/notesMaster" Target="/ppt/notesMasters/notesMaster1.xml" Id="R61d2b4ab952040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5064528de94335" /><Relationship Type="http://schemas.openxmlformats.org/officeDocument/2006/relationships/notesMaster" Target="/ppt/notesMasters/notesMaster1.xml" Id="R864cecd7a72042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fa2da5d76b41d1" /><Relationship Type="http://schemas.openxmlformats.org/officeDocument/2006/relationships/notesMaster" Target="/ppt/notesMasters/notesMaster1.xml" Id="Rdcef6d2d575b44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2cc2c26f304711" /><Relationship Type="http://schemas.openxmlformats.org/officeDocument/2006/relationships/notesMaster" Target="/ppt/notesMasters/notesMaster1.xml" Id="R2b85b437aa3e44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ba2a712efb4032" /><Relationship Type="http://schemas.openxmlformats.org/officeDocument/2006/relationships/notesMaster" Target="/ppt/notesMasters/notesMaster1.xml" Id="R4418e8761eb048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e54cc09264d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98f8dcc01b46b8" /><Relationship Type="http://schemas.openxmlformats.org/officeDocument/2006/relationships/slideLayout" Target="/ppt/slideLayouts/slideLayout1.xml" Id="R9a43d1889d7242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43d1889d7242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cf932f7184aa7" /><Relationship Type="http://schemas.openxmlformats.org/officeDocument/2006/relationships/notesSlide" Target="/ppt/notesSlides/notesSlide1.xml" Id="R4c9e123a843644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a89e83f0a46f7" /><Relationship Type="http://schemas.openxmlformats.org/officeDocument/2006/relationships/notesSlide" Target="/ppt/notesSlides/notesSlide2.xml" Id="Rd6dcc4b6c73848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b7ae73da64043" /><Relationship Type="http://schemas.openxmlformats.org/officeDocument/2006/relationships/notesSlide" Target="/ppt/notesSlides/notesSlide3.xml" Id="R47b728c6bc0147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40c85f1ed4cb3" /><Relationship Type="http://schemas.openxmlformats.org/officeDocument/2006/relationships/notesSlide" Target="/ppt/notesSlides/notesSlide4.xml" Id="R6880809a128740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8169d143041f6" /><Relationship Type="http://schemas.openxmlformats.org/officeDocument/2006/relationships/notesSlide" Target="/ppt/notesSlides/notesSlide5.xml" Id="Rc82f611a9dba4e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7623a3baa46bc" /><Relationship Type="http://schemas.openxmlformats.org/officeDocument/2006/relationships/notesSlide" Target="/ppt/notesSlides/notesSlide6.xml" Id="Rdd44a00dbfc5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e31c28ede44af" /><Relationship Type="http://schemas.openxmlformats.org/officeDocument/2006/relationships/notesSlide" Target="/ppt/notesSlides/notesSlide7.xml" Id="R3351c742461e44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8cfb1516540f9" /><Relationship Type="http://schemas.openxmlformats.org/officeDocument/2006/relationships/notesSlide" Target="/ppt/notesSlides/notesSlide8.xml" Id="R3dd9af93478942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8DFE8-EE9F-4963-85FF-DD9B1761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7E348-9192-4C49-B46E-7ABF95A1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24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751E6-6602-4278-B841-3C5E4BB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38225"/>
            <a:ext cx="85725" cy="384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87EFE-E223-460F-91F6-25D3F7C1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47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PRESENTACIÓN EJECUTIVA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95E3B-76DC-44E0-89CD-C4AB7FF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43050"/>
            <a:ext cx="304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Cambios al sistema de tickets y almacén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CB96D-C96C-4278-84C8-F7DA9499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B0B0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B0B0D"/>
                </a:solidFill>
                <a:latin typeface="Aptos"/>
                <a:ea typeface="Aptos"/>
                <a:cs typeface="Aptos"/>
              </a:rPr>
              <a:t>Más trazabilidad para atender solicitudes, controlar recursos y tomar decisiones con información ordenada.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E5594-A7DD-4A6B-98DE-69610D20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E3695-9827-48D1-A4A5-FC4CABA8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910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JUNIO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A5B57-D2A2-4997-A0BC-4FAB72E9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09675"/>
            <a:ext cx="2400300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7917B-823C-4E23-8DB1-C23E65FC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60020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90AFD-09FD-4A62-83ED-11DECE9D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81175"/>
            <a:ext cx="1333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F5D45-80BF-4120-8D0A-E349D02B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28875"/>
            <a:ext cx="1362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frentes</a:t>
            </a:r>
          </a:p>
          <a:p xmlns:a="http://schemas.openxmlformats.org/drawingml/2006/main">
            <a:pPr>
              <a:def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operativos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181BD-BC86-4A25-900F-240231BA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Tickets + Almacén</a:t>
            </a:r>
          </a:p>
        </p:txBody>
      </p:sp>
    </p:spTree>
    <p:extLst>
      <p:ext uri="{BB962C8B-B14F-4D97-AF65-F5344CB8AC3E}">
        <p14:creationId xmlns:p14="http://schemas.microsoft.com/office/powerpoint/2010/main" val="451480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E857C-540F-4FF8-9F34-D28EAC7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VISIÓN GENERAL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E287D-146F-437C-B6D9-2D92249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Una operación conectada, visible y auditable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2420F-C0A7-49F5-96DC-99BBB038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Los cambios digitalizan el recorrido desde una necesidad hasta la solución o el recurso entregado.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BEBD-A624-4FB6-9DFB-54F9E070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Sistema de soporte y almacén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7BE39-AD79-4D2F-B692-D9D6B87F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2479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1AC4F-6E15-4F4F-B62E-DB397EFD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57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A5729-AAD8-4917-8A8C-AA3D5774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52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79763-5566-448E-B6F0-3D9AE411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Solicitud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23559-0943-4C18-8C6F-211C91EC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95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Registro estructurado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3E84F-3C4C-4C2F-B250-DA763954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32A2E-2078-4EF7-89DE-79EA077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19375"/>
            <a:ext cx="22479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F3AD3-0DDA-48B2-BC74-EF95FF0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57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24698-55DB-48C1-9504-E29D3A57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52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1D816-8474-441B-BC65-B377FE58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Atención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BE305-509C-4715-AACC-0F51052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895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Asignación y estatus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EA38F-28A7-487B-9579-A6117C90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B3443-4FA7-4A5C-835E-3C77A8DA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22479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9EAED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FFFF3-1BB5-45CF-BC97-89B75856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57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3FDA6-2CE3-425B-B7A8-925512D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52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0F26E-1A5C-4525-A3A5-155690E4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Recursos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2E66D-ECBE-4B00-A77E-FA28317D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95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Entrada, salida o ajuste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CC8987-FB76-42E0-B403-4B5BFF0E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A8F38-499A-4790-9CDF-77403866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19375"/>
            <a:ext cx="22479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D4EBD-A999-49D2-AB07-9878645F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8575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973A94-CFD9-4C21-A50B-FC18A963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52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416D7-DF74-4A1A-96C0-BDCE561A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562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Evidencia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6D3821-D3BE-4AC5-8ACD-3448594B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8957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Historial y reportes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CA42D-7D4B-44FF-905B-209650D8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Resultado esperado: menos dependencia de mensajes dispersos y mayor visibilidad del estado de cada operación.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91535-1DE9-4776-B5FD-F32AE5B1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Dirección ejecutiva  |  2 / 8</a:t>
            </a:r>
          </a:p>
        </p:txBody>
      </p:sp>
    </p:spTree>
    <p:extLst>
      <p:ext uri="{BB962C8B-B14F-4D97-AF65-F5344CB8AC3E}">
        <p14:creationId xmlns:p14="http://schemas.microsoft.com/office/powerpoint/2010/main" val="705084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C2185-E430-41B7-BC78-E3C57984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SISTEMA DE TICKETS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22395-C0E7-4379-8244-5CC2E68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Mejor captura desde el origen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05FBC-EE44-42B5-98E6-E50FA97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El ticket se registra con datos que ayudan a dirigirlo correctamente desde el primer contacto.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87EAB-55AF-4797-8EC5-415F58A6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Sistema de soporte y almacén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7B92D-231E-4393-93A1-47E9009E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419D4-8D28-4024-A8D0-5FF9869B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66675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25438-B56D-4106-BC0F-527F7ABE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431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Clasificación por área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C6661-2FD1-4E24-8CB9-87208647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432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Sistemas o Mantenimiento, con campos específicos según el tipo de solicitud.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033B8-1936-4548-90C3-F062FD54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336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1D171-E179-404B-BFBB-6541B457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33600"/>
            <a:ext cx="66675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FB775-6AC7-4094-8EAF-0137F1C3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Contexto del incidente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17A47-82A6-496E-8636-1177DA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Laboratorio y equipo, ubicación o salón/área; además de descripción del problema.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49767-0488-4983-8E4E-FF25FF19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333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9122A-8F68-4CE6-9E93-0BD7755C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66675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69D1D-4B98-4473-BF76-9A206D56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431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Registro con folio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0BDA4-56B7-4094-9B4C-A2DD3BE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432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Cada caso conserva una referencia para seguimiento, consultas e historial.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16552E-1F44-458C-AFDF-C610B659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657725"/>
            <a:ext cx="9010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6D162-1003-401A-92F4-CB9D3C58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29175"/>
            <a:ext cx="830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información correcta al inicio reduce rebotes, acelera la asignación y facilita el análisis posterior.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4093A-0FD8-4E83-8A39-B9A59AAD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Dirección ejecutiva  |  3 / 8</a:t>
            </a:r>
          </a:p>
        </p:txBody>
      </p:sp>
    </p:spTree>
    <p:extLst>
      <p:ext uri="{BB962C8B-B14F-4D97-AF65-F5344CB8AC3E}">
        <p14:creationId xmlns:p14="http://schemas.microsoft.com/office/powerpoint/2010/main" val="2110851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812C8A-67F8-42F3-A90F-2EDCEA90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SISTEMA DE TICKETS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C65D8-D014-48DA-A263-60E1A45D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Seguimiento completo y comunicación oportuna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BBA55-42E7-4CA6-9F77-3D4CDE8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Cada cambio relevante queda asociado al ticket y se comunica a las personas involucradas.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D8D64-74E9-4643-AC63-EEB0C41F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Sistema de soporte y almacén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20771-E327-4C91-B5BE-59CE1B1B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4C5D2-8225-451D-AF1D-B619857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9357-A7F0-434F-B136-C9EE727C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Abierto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11AFF-1847-446A-9CA2-5C3652D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Solicitud registrada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FE64B-68BF-4639-9263-DD4A5EE2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622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1BF00-B997-411E-81A9-13ADBB90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14FD7-C246-4040-B763-CC77DA2C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F8942-5EAE-436F-9202-5F86D1C2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003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En proceso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4E286-63DD-4ADB-A525-1058A51D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90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Atención iniciada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09189-1A3B-49BE-B8CD-2BA6A94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622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1202C-1A41-4F85-8905-9465083F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4BD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CFE1D-F372-4942-BB85-1C5AAF35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38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71EDD-383B-4276-AA3E-670AB614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003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En espera de material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D70D1-6758-48D0-B49B-592B201E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90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Pausa justificada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5B047-D007-4FFE-A302-107CE033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622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12A2F-E561-4BCD-A3CB-1C84DF33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6695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9247F-AD48-42C5-B957-DDAD47BF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38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0A46F-C608-42BB-AA58-09971204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003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Resuelto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B6810-3294-4758-ADF1-8AED7F79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Solución documentada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543ED4-A237-4A2D-B3E4-1455131C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62250"/>
            <a:ext cx="23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E1803-9C9A-4B96-BE9E-46152D74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1809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3C48D-B2CB-4EE4-A657-D88AA3C6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3840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4D556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165E0B-A1C3-4BEE-AE35-665E13B5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0350"/>
            <a:ext cx="1495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Cerrado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2F6F23-0FD9-4118-BE13-A8871E5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90875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Confirmación del solicitante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E9499A-D24E-4D18-ADFA-8A0051D0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50958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E751F9-6FFC-499A-92CC-25B709E1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CD5203-177E-40E2-AB9C-9FAD2323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862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Trazabilidad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B1E36-57AB-47FE-9959-247A6FB4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86325"/>
            <a:ext cx="4638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Historial de estatus, comentarios, prioridad, asignación, material requerido y resolución.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E0B8E-4963-4D08-99CA-F7CC2347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76725"/>
            <a:ext cx="50958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581BE-EA9A-4A35-A180-5562CEA5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76725"/>
            <a:ext cx="66675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0A1CCB-8673-48F6-A6F8-6494819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862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Comunicación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480CE8-435B-404B-B8FC-00D645B1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86325"/>
            <a:ext cx="4638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Actualizaciones en tiempo real y avisos por correo y WhatsApp en eventos relevantes.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AEABE-6842-4DB4-B8C3-456CC41C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Dirección ejecutiva  |  4 / 8</a:t>
            </a:r>
          </a:p>
        </p:txBody>
      </p:sp>
    </p:spTree>
    <p:extLst>
      <p:ext uri="{BB962C8B-B14F-4D97-AF65-F5344CB8AC3E}">
        <p14:creationId xmlns:p14="http://schemas.microsoft.com/office/powerpoint/2010/main" val="2014910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48407-1FC3-4D1C-B3A8-D38621A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SISTEMA DE ALMACÉN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FEA4B-287A-4CBB-A952-0EB466F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Control del ciclo de inventario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31652-61F3-420E-83A9-82175CDB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El almacén concentra las operaciones que afectan existencias y permite reconstruir el recorrido de cada producto.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B111A-663A-49E8-8C89-8C2E4E06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Sistema de soporte y almacén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FECD2-BE30-444E-AE3C-37C137CE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0B0B0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CD150-60C3-45AD-AE28-0908B5BA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398A7-6760-4184-86C5-CD12CD8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Catálogo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6E63E-6D92-4F36-92D1-0287E2F2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EBF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A"/>
                </a:solidFill>
                <a:latin typeface="Aptos"/>
                <a:ea typeface="Aptos"/>
                <a:cs typeface="Aptos"/>
              </a:rPr>
              <a:t>Producto, código y datos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7BA22-A49A-40C0-A331-0DC70508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9875"/>
            <a:ext cx="257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8CE84-4C79-4807-9B24-D0A10EA2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76475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72B83-BDCF-458A-A8ED-88C88DBE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8B627-8216-4812-A283-CE0A69A7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194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Entrada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9CB1C-60BD-4F4F-B181-EF1A1A26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908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EBF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A"/>
                </a:solidFill>
                <a:latin typeface="Aptos"/>
                <a:ea typeface="Aptos"/>
                <a:cs typeface="Aptos"/>
              </a:rPr>
              <a:t>Recepción y aumento de stock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5890B-7686-43E3-85D1-5FB6E20F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9875"/>
            <a:ext cx="257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A2241-875D-4796-B581-8E71728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F8C7FC-2B9A-40C5-9CD8-DD6B5E3E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6928C-9876-4F7E-BF9D-6AB4F548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194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Salida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5597A-115A-4946-AE4F-20B9A299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908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Entrega o consumo registrado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3C19C-A643-4D6E-8340-32FC442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09875"/>
            <a:ext cx="257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79C83-977E-4187-959D-521923C3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76475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9BD34-28AE-4914-BB43-5DAE0224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80BF8-0486-4D5D-BD53-A8BB1932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194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Ajuste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333D4-9F9D-44DF-A3B1-C30F3B5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908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Corrección con motivo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C155F-5DD6-4839-8D0C-3568E993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257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CC9892-735A-4B6C-9782-B7081DF3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76475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89C749-1FC2-4B2A-BDCE-5E4A0489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57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B3EAE-3BA6-4EF4-8AD5-C2A13324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194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Historial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77144-FA6A-4B09-B80D-5872EE6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90875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Consulta por producto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56AC2-1B0B-40B0-9F91-2C690975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339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Cada movimiento actualiza el inventario y queda disponible para revisión posterior.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B0427-3248-440A-84F1-9E522744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Dirección ejecutiva  |  5 / 8</a:t>
            </a:r>
          </a:p>
        </p:txBody>
      </p:sp>
    </p:spTree>
    <p:extLst>
      <p:ext uri="{BB962C8B-B14F-4D97-AF65-F5344CB8AC3E}">
        <p14:creationId xmlns:p14="http://schemas.microsoft.com/office/powerpoint/2010/main" val="1779752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131C5-BE5C-4B1C-8B2B-D810F3FE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SISTEMA DE ALMACÉN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9033F-A649-4AD7-A5F7-22E891B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Más responsabilidad sobre activos y movimientos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13FFF-0527-43F6-BDE9-498A677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El control no termina en el stock: también incluye quién recibe, conserva o devuelve los equipos.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599A2-8760-4439-8DFC-85B3059D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Sistema de soporte y almacén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38332-23A4-4AF9-B1AA-E71BC94A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98646-2B39-428E-B391-F6A5B2BE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6675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E9526-2166-42F7-A2FB-8CF9C34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526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Auditoría de inventario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6D40A-28B2-478F-B63F-8079F7EF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52725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Registro de movimientos, usuario responsable, motivo, cantidades antes/después y referencias de operación.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5E443-9CB8-4C49-A2DF-FB243B62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33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FE12A-3832-42D1-A6CF-2C5CF0D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66675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50480-9ADC-4F47-ACA4-0B7E13C0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526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Asignación de equipos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D789C3-DF3A-4A56-9179-0538DDB2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52725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Alta, actualización, retiro y reasignación con historial por colaborador; cada persona puede consultar sus equipos.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0041D-496F-4969-8F09-1353B01A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333375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02D55-7AAD-4569-B0EB-DC50D795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43125"/>
            <a:ext cx="66675" cy="1952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1DB38-F674-416D-9F18-27188287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3526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Consulta y exportación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B1672-D2A2-4E12-9D67-33CE1959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52725"/>
            <a:ext cx="2876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Historial por producto, filtros, paginación y reportes en Excel para revisión administrativa.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D0C48-AFE3-47D7-A9D8-11C45BC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8204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DFD08-5101-4DB4-A9FE-3E10C58B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El sistema convierte inventario y activos en información operativa consultable, no en registros aislados.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9F7B3-6DE2-4DB3-A9AA-6B797BCF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Dirección ejecutiva  |  6 / 8</a:t>
            </a:r>
          </a:p>
        </p:txBody>
      </p:sp>
    </p:spTree>
    <p:extLst>
      <p:ext uri="{BB962C8B-B14F-4D97-AF65-F5344CB8AC3E}">
        <p14:creationId xmlns:p14="http://schemas.microsoft.com/office/powerpoint/2010/main" val="268546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F070B-901B-4FA9-AB55-72FA6313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IMPACTO PARA DIRECCIÓN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06772-4DF7-4D5D-9397-3DD9D240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Qué habilitan estos cambios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11AD3-E7D2-45BA-B444-22D6708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El valor central es poder intervenir con oportunidad y sostener decisiones con evidencia.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6DC88-A5DE-4912-8B56-50897128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Sistema de soporte y almacén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E1FD8-63D2-4DF8-8044-1BC6E4DA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105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8BA0A-76D9-4879-B155-6F4507E9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F4C2E-DD90-4861-AA0B-6E94BBE0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D20BB-3B73-40D6-8E08-0812BF25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050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47DDD-67B8-4109-B3E0-3C293327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86050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Estado de solicitudes, inventario y activos en un solo flujo digital.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C5412-B9ED-41E1-9ADE-FBF5D481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47875"/>
            <a:ext cx="5105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8232A-BA40-4114-B646-77C2446A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764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D5B8B-0A2E-4D3A-B6E5-69F064F0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907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BEC5E-C616-49B4-A443-A426DD12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050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Trazabilidad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9D82F-4794-4A79-9597-1B79AAA0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Historial de acciones, responsables, fechas y justificaciones.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6B40D-230B-4CE0-923B-8E0E3B1D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5105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2FD95-14A5-4100-A806-608F59B9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9E6DE-53AD-47E2-A295-6444DF30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320CB0-DD79-4F45-A925-A67BC092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Continuidad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90450-D1A8-48DF-828B-A0603FDA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24350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Los tickets pueden esperar material sin perder el contexto de atención.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C46718-F9F9-4DA2-8EE9-FDA06592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86175"/>
            <a:ext cx="51054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1A70F-97A8-4F41-A912-F96C4FD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1477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C69E6-6AD4-4563-A5BC-71EE35B7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290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BE708-6D3E-47BC-8807-11988054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433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Rendición de cuentas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EFDA2-4982-44EA-9B73-701953D0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376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Las asignaciones y movimientos de almacén conservan responsable y motivo.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F920F-5B68-4CF8-91C4-6A64E281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Dirección ejecutiva  |  7 / 8</a:t>
            </a:r>
          </a:p>
        </p:txBody>
      </p:sp>
    </p:spTree>
    <p:extLst>
      <p:ext uri="{BB962C8B-B14F-4D97-AF65-F5344CB8AC3E}">
        <p14:creationId xmlns:p14="http://schemas.microsoft.com/office/powerpoint/2010/main" val="5007369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FF672B-153C-4B7A-86E2-B7171A2A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8C400"/>
                </a:solidFill>
                <a:latin typeface="Aptos Display"/>
                <a:ea typeface="Aptos Display"/>
                <a:cs typeface="Aptos Display"/>
              </a:rPr>
              <a:t>SIGUIENTE FASE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7C5C1-A03F-4B71-81CA-FD52BA11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Convertir la digitalización en resultados medibles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52F59-CE3F-48E0-B3F2-AD7D3971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La plataforma ya cubre los flujos clave; el siguiente paso es consolidar adopción y gobierno operativo.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911F5-B703-4158-A2C0-CEBC1EFB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Sistema de soporte y almacén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EC1DB-515D-4A3E-B435-6AFE4D1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9144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090B1-B0E2-48D7-A68A-1B07BB3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717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4D09D-46D6-44EB-AF23-13BABECE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EB838-4777-47E6-9A8C-2E958962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71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Asegurar adopción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0739C-7B68-4776-BC29-EF1886A6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Capacitación breve por rol y guía de uso para solicitantes, soporte y almacén.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6AD1A-A68B-45AF-A6CF-944E92E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9144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FA92E-A710-45B0-B668-D8A12789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55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189F1-D80C-48DD-A986-9D666A87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90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06A03-B075-42A2-A8B1-FF578D00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766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Definir indicadores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A13D4-61C5-4410-BB07-2A1348D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Tiempo de atención, tickets en espera, rotación de inventario y activos pendientes de devolución.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0B26E-FE2E-4934-A1C3-1BDD4246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9144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BA156-57B2-43D1-A4FD-5BBBD0B9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815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58124-9C07-41D0-8BEE-251E1709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95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340D2-0FCE-41BE-B9E3-9A925225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81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0B0D"/>
                </a:solidFill>
                <a:latin typeface="Aptos Display"/>
                <a:ea typeface="Aptos Display"/>
                <a:cs typeface="Aptos Display"/>
              </a:rPr>
              <a:t>Revisión mensual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2710DD-21D3-4251-B96A-0A7BFD2E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Revisar excepciones, prioridades, niveles de stock y tendencias para decisiones preventivas.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C4725-82C4-49F6-A453-64D14135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53075"/>
            <a:ext cx="6858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D03AB-9080-490C-BB80-E1117AC9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67375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Decisión solicitada: respaldar la adopción y el seguimiento mensual.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C8063-577D-4951-B000-9D6484F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46B7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6B76"/>
                </a:solidFill>
                <a:latin typeface="Aptos"/>
                <a:ea typeface="Aptos"/>
                <a:cs typeface="Aptos"/>
              </a:rPr>
              <a:t>Dirección ejecutiva  |  8 / 8</a:t>
            </a:r>
          </a:p>
        </p:txBody>
      </p:sp>
    </p:spTree>
    <p:extLst>
      <p:ext uri="{BB962C8B-B14F-4D97-AF65-F5344CB8AC3E}">
        <p14:creationId xmlns:p14="http://schemas.microsoft.com/office/powerpoint/2010/main" val="1872579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2026-06-19T22:56:01.6360000Z</dcterms:created>
  <dcterms:modified xsi:type="dcterms:W3CDTF">2026-06-19T22:56:01.6360000Z</dcterms:modified>
</coreProperties>
</file>